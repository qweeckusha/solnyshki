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6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00EB0C-017C-45AA-93D4-BBAEB2F11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6B2D6D0-E35D-4DF9-A132-03C9CFC80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3D2578-C7CB-44D8-B4DC-03D19EFD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2EEAF-3DFD-484D-AF9C-259EA588E5A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50EE02-BCB1-465B-BB45-118005838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BB8EF3-48E2-48D1-879C-08C0E3D9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F939-DC89-4E6C-9D85-8555629079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32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5D0CE6-F869-4F5B-A883-CF9E356B9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809AB0-238D-4165-809B-69D52D18F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94ADEA-FFF8-43A5-889E-4FB50D1F8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2EEAF-3DFD-484D-AF9C-259EA588E5A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07EF54-70C0-4776-9F7E-E99BFDCF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1D8E9E-12B8-494A-8BB0-6551E0ED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F939-DC89-4E6C-9D85-8555629079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63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CE0365-DCE5-4037-8DAB-9427665F7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B6D9F3-C7EE-4577-825D-15EEDC4EA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155C04-C294-467A-B5FF-AE4F74F0C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2EEAF-3DFD-484D-AF9C-259EA588E5A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7FBE85-9F1E-46EC-8B01-E94C534A0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52FFB4-991F-468B-837C-002EE3677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F939-DC89-4E6C-9D85-8555629079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9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1FBE85-0520-4B7D-8495-1C0809B69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773D7C-CD98-4FC8-985F-A40ECA6F7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106E472-B081-4E67-ACF2-223053F1A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A9C015-6AA6-4F21-8F0A-995225EBC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2EEAF-3DFD-484D-AF9C-259EA588E5A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C409D8-4E1E-4EC1-9FB2-C2F079BC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9BE3D4-526F-443E-9E52-C7487A2A1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F939-DC89-4E6C-9D85-8555629079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99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24D77D-6AC0-4FA6-9938-DF19448A0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6CE1A1-134A-4D01-BA45-177B383E8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CBFC39-712D-48F5-9576-AA797DFC2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A2A2C3A-24B0-4008-9DFD-B5F1FD18B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F77AEBA-0F6B-49E4-9BEC-A307E7BA48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0D01682-1642-4DA5-B8DB-9A194D83D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2EEAF-3DFD-484D-AF9C-259EA588E5A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1C85A0B-A773-404E-ABA0-7ABF9BEC3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24AFB58-7CC5-4211-876F-5CC06994D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F939-DC89-4E6C-9D85-8555629079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87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96F47E-6E49-4085-BE2F-644548E0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2ED93FB-EBBB-44FA-9A96-8E2580343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2EEAF-3DFD-484D-AF9C-259EA588E5A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C4893BE-7730-43AC-AB7D-0909CEBF9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1D514C3-A05D-4831-85F3-B94DF473A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F939-DC89-4E6C-9D85-8555629079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075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B1E4F3A-E099-4D42-AAA3-F165EC407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2EEAF-3DFD-484D-AF9C-259EA588E5A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D586E49-7DB3-45BD-A12B-2E7CDAB0F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02D93D-0021-446D-9CCE-C813BE08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F939-DC89-4E6C-9D85-8555629079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8333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DDC6D4-931A-4AD6-93D0-702D1C335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D66B0C-CF15-4A60-B855-1C4CA9900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BF9055-BC78-4316-B156-68127387A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1C0A97-81A1-4627-B27C-CDEE67B93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2EEAF-3DFD-484D-AF9C-259EA588E5A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207AE0-6052-4A33-B184-9F0A6877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7E179B-8A74-4A2B-946F-284DB077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F939-DC89-4E6C-9D85-8555629079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665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388D6-8EE1-4FDF-9851-0AD60F36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48E18F-E4AB-4356-A87F-62360044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9B1E64-92CD-46AD-9C29-694231C01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3645B2-2534-4DE1-A440-85B0ACDF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2EEAF-3DFD-484D-AF9C-259EA588E5A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C54A56-8F28-4740-B11F-AB0F6C7CD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E83C1A-FD0E-4C4B-9959-E8AFA11F8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F939-DC89-4E6C-9D85-8555629079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810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BAA05-D10C-41D3-AFC3-C45268E79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03D6605-93CD-4ECC-87E0-B5592CC07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46A6A9-E1DF-42E5-821A-7AB908B3E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2EEAF-3DFD-484D-AF9C-259EA588E5A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A02137-A82A-4549-A2C2-F5DACC025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223AC6-3782-462C-B213-73F32A0D1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F939-DC89-4E6C-9D85-8555629079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787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A8CD2D3-F8AA-41B8-AAE4-591987C90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137F2D-D8D3-4BB6-8129-E08117024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58B2B6-4592-432E-AF52-DE625BE4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2EEAF-3DFD-484D-AF9C-259EA588E5A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A8336E-631E-4860-9EEE-226127150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A88777-0FF2-4F0D-9CFE-AE53A718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F939-DC89-4E6C-9D85-8555629079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402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2C107-A6BC-4DAE-B43E-00BDB6C68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66361C-DB95-4461-B8A3-EDDDF5DB8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722422-2ACF-4A5D-AD31-729FDCAA5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2EEAF-3DFD-484D-AF9C-259EA588E5AB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907CFD-4F52-4EEE-9858-1D86DF035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E2631F-E393-463D-A797-11B8E4CCF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EF939-DC89-4E6C-9D85-8555629079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1682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bg2">
                <a:lumMod val="25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FB0216-6E79-4176-B7EE-3E4BAF256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96525"/>
          </a:xfrm>
        </p:spPr>
        <p:txBody>
          <a:bodyPr anchor="ctr">
            <a:normAutofit/>
          </a:bodyPr>
          <a:lstStyle/>
          <a:p>
            <a:pPr algn="l"/>
            <a:r>
              <a:rPr lang="ru-RU" sz="4400" dirty="0">
                <a:solidFill>
                  <a:schemeClr val="bg2"/>
                </a:solidFill>
                <a:latin typeface="Arial Narrow" panose="020B0606020202030204" pitchFamily="34" charset="0"/>
              </a:rPr>
              <a:t>Генерация </a:t>
            </a:r>
            <a:r>
              <a:rPr lang="ru-RU" sz="4400" dirty="0" err="1">
                <a:solidFill>
                  <a:schemeClr val="bg2"/>
                </a:solidFill>
                <a:latin typeface="Arial Narrow" panose="020B0606020202030204" pitchFamily="34" charset="0"/>
              </a:rPr>
              <a:t>датасета</a:t>
            </a:r>
            <a:r>
              <a:rPr lang="ru-RU" sz="4400" dirty="0">
                <a:solidFill>
                  <a:schemeClr val="bg2"/>
                </a:solidFill>
                <a:latin typeface="Arial Narrow" panose="020B0606020202030204" pitchFamily="34" charset="0"/>
              </a:rPr>
              <a:t> с данными на тему кредитного рейтинга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C2EE7B-4A81-47E4-A079-58E0F27BA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49360" y="5202238"/>
            <a:ext cx="3342640" cy="1655762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Участники:</a:t>
            </a:r>
          </a:p>
          <a:p>
            <a:pPr algn="r"/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Котов Александр</a:t>
            </a:r>
            <a:b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Холохон Анатолий</a:t>
            </a:r>
            <a:b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Шкуров Дмитрий</a:t>
            </a:r>
            <a:b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Каравайцева Вероника</a:t>
            </a:r>
            <a:b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Воробьев Виталий</a:t>
            </a:r>
          </a:p>
        </p:txBody>
      </p:sp>
    </p:spTree>
    <p:extLst>
      <p:ext uri="{BB962C8B-B14F-4D97-AF65-F5344CB8AC3E}">
        <p14:creationId xmlns:p14="http://schemas.microsoft.com/office/powerpoint/2010/main" val="1389192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bg2">
                <a:lumMod val="25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FB0216-6E79-4176-B7EE-3E4BAF256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995680"/>
          </a:xfrm>
        </p:spPr>
        <p:txBody>
          <a:bodyPr anchor="ctr">
            <a:normAutofit/>
          </a:bodyPr>
          <a:lstStyle/>
          <a:p>
            <a:pPr algn="l"/>
            <a:r>
              <a:rPr lang="ru-RU" sz="4400" dirty="0">
                <a:solidFill>
                  <a:schemeClr val="bg2"/>
                </a:solidFill>
                <a:latin typeface="Arial Narrow" panose="020B0606020202030204" pitchFamily="34" charset="0"/>
              </a:rPr>
              <a:t>Проблемы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C2EE7B-4A81-47E4-A079-58E0F27BA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1240" y="1402398"/>
            <a:ext cx="10683240" cy="4988242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Отсутствуют достаточные данные в свободном доступе, которые будут наиболее реалистичным образом отражать суть реальных кейсов </a:t>
            </a:r>
          </a:p>
          <a:p>
            <a:pPr algn="l"/>
            <a:endParaRPr lang="ru-RU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Цели</a:t>
            </a:r>
            <a:r>
              <a:rPr 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Создание </a:t>
            </a:r>
            <a:r>
              <a:rPr lang="ru-RU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датасета</a:t>
            </a: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 максимально реалистичными данными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Настройка генерируемых данных (по количеству записей в </a:t>
            </a:r>
            <a:r>
              <a:rPr lang="ru-RU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датасете</a:t>
            </a:r>
            <a:endParaRPr lang="ru-RU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endParaRPr lang="ru-RU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08614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bg2">
                <a:lumMod val="25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FB0216-6E79-4176-B7EE-3E4BAF256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995680"/>
          </a:xfrm>
        </p:spPr>
        <p:txBody>
          <a:bodyPr anchor="ctr">
            <a:normAutofit/>
          </a:bodyPr>
          <a:lstStyle/>
          <a:p>
            <a:pPr algn="l"/>
            <a:r>
              <a:rPr lang="ru-RU" sz="4400" dirty="0">
                <a:solidFill>
                  <a:schemeClr val="bg2"/>
                </a:solidFill>
                <a:latin typeface="Arial Narrow" panose="020B0606020202030204" pitchFamily="34" charset="0"/>
              </a:rPr>
              <a:t>Решение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C2EE7B-4A81-47E4-A079-58E0F27BA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1240" y="1402398"/>
            <a:ext cx="10683240" cy="660082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Мы предлагаем создание нашего продукта, который решает вашу проблему.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23ED7B82-A090-4775-BD42-074EC60A2E63}"/>
              </a:ext>
            </a:extLst>
          </p:cNvPr>
          <p:cNvSpPr txBox="1">
            <a:spLocks/>
          </p:cNvSpPr>
          <p:nvPr/>
        </p:nvSpPr>
        <p:spPr>
          <a:xfrm>
            <a:off x="1031240" y="3017838"/>
            <a:ext cx="10683240" cy="3189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Преимущества:</a:t>
            </a: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Быстрое создание </a:t>
            </a:r>
            <a:r>
              <a:rPr lang="ru-RU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датасета</a:t>
            </a: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заданной размерности</a:t>
            </a: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Параметрическая генерация</a:t>
            </a: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90470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bg2">
                <a:lumMod val="25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FB0216-6E79-4176-B7EE-3E4BAF256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995680"/>
          </a:xfrm>
        </p:spPr>
        <p:txBody>
          <a:bodyPr anchor="ctr">
            <a:normAutofit/>
          </a:bodyPr>
          <a:lstStyle/>
          <a:p>
            <a:pPr algn="l"/>
            <a:r>
              <a:rPr lang="ru-RU" sz="4400" dirty="0">
                <a:solidFill>
                  <a:schemeClr val="bg2"/>
                </a:solidFill>
                <a:latin typeface="Arial Narrow" panose="020B0606020202030204" pitchFamily="34" charset="0"/>
              </a:rPr>
              <a:t>Призыв к действию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C2EE7B-4A81-47E4-A079-58E0F27BA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1240" y="1402398"/>
            <a:ext cx="7675880" cy="2610802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Мы решим все ваши технические </a:t>
            </a:r>
            <a:r>
              <a:rPr lang="ru-RU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проблемы.</a:t>
            </a:r>
            <a:endParaRPr lang="ru-RU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6003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91</Words>
  <Application>Microsoft Office PowerPoint</Application>
  <PresentationFormat>Широкоэкранный</PresentationFormat>
  <Paragraphs>16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Тема Office</vt:lpstr>
      <vt:lpstr>Генерация датасета с данными на тему кредитного рейтинга</vt:lpstr>
      <vt:lpstr>Проблемы</vt:lpstr>
      <vt:lpstr>Решение</vt:lpstr>
      <vt:lpstr>Призыв к действию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Генерация датасета с данными на тему кредитного рейтинга</dc:title>
  <dc:creator>Холохон Анатолий</dc:creator>
  <cp:lastModifiedBy>Холохон Анатолий</cp:lastModifiedBy>
  <cp:revision>3</cp:revision>
  <dcterms:created xsi:type="dcterms:W3CDTF">2026-02-16T06:07:47Z</dcterms:created>
  <dcterms:modified xsi:type="dcterms:W3CDTF">2026-02-16T06:29:11Z</dcterms:modified>
</cp:coreProperties>
</file>